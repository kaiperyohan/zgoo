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91440" cy="91440"/>
          </a:xfrm>
          <a:prstGeom prst="ellipse">
            <a:avLst/>
          </a:prstGeom>
          <a:solidFill>
            <a:srgbClr val="CDFA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TRANSFORMATION PROPOSAL   |   AX 혁신 제안서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84080" y="457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spc="200" kern="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</a:t>
            </a:r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Utility</a:t>
            </a:r>
            <a:pPr indent="0" marL="0">
              <a:lnSpc>
                <a:spcPct val="95000"/>
              </a:lnSpc>
              <a:buNone/>
            </a:pP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배급사를 위한 인공지능 운영 혁신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Presented by an </a:t>
            </a:r>
            <a:pPr indent="0" marL="0">
              <a:buNone/>
            </a:pPr>
            <a:r>
              <a:rPr lang="en-US" sz="1300" b="1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Engineer</a:t>
            </a:r>
            <a:pPr indent="0" marL="0">
              <a:buNone/>
            </a:pPr>
            <a:r>
              <a:rPr lang="en-US" sz="13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Former Seoul City Gas   ·   GasApp Creator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120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7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문의 비율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 inbound calls are repetitive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5120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7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₩12B+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251960" y="5943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콜센터 연간 인건비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annual call-center labor cost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55280" y="5120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7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55280" y="5943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수동 배차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technicians dispatched / day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91440" cy="91440"/>
          </a:xfrm>
          <a:prstGeom prst="ellipse">
            <a:avLst/>
          </a:prstGeom>
          <a:solidFill>
            <a:srgbClr val="CDFA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PROBLEM   |   문제점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Costly </a:t>
            </a:r>
            <a:pPr indent="0" marL="0">
              <a:buNone/>
            </a:pPr>
            <a:r>
              <a:rPr lang="en-US" sz="34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Inefficiencies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0" y="914400"/>
            <a:ext cx="3776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Gas utilities are falling behind.
</a:t>
            </a:r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고비용 비효율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Call Center Costs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콜센터 비용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100–300 agents handle inquiries AI could resolve. 반복 문의에 수백 상담원.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0574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28232" y="262432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Dispatch Inefficiency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28232" y="30175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배차 비효율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28232" y="33832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500+ manual dispatches/day, no real-time location. 경험 기반 수동 배차.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86460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Billing &amp; Revenue Leakage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 오류 · 수익 누수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56235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Move-out delays, meter misreads → silent revenue drain. 청구 지연·오독.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42976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28232" y="486460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Reactive Safety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28232" y="5257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대응식 안전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28232" y="56235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Leak detection waits for a call; IoT+AI → minutes. 사전 감지로 전환.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91440" cy="91440"/>
          </a:xfrm>
          <a:prstGeom prst="ellipse">
            <a:avLst/>
          </a:prstGeom>
          <a:solidFill>
            <a:srgbClr val="CDFA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SOLUTION   |   솔루션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</a:t>
            </a:r>
            <a:pPr indent="0" marL="0">
              <a:buNone/>
            </a:pPr>
            <a:r>
              <a:rPr lang="en-US" sz="34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GasApp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0" y="914400"/>
            <a:ext cx="3776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사용자와 유틸리티를 잇는
</a:t>
            </a:r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플랫폼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3474720" cy="0"/>
          </a:xfrm>
          <a:prstGeom prst="line">
            <a:avLst/>
          </a:prstGeom>
          <a:noFill/>
          <a:ln w="31750">
            <a:solidFill>
              <a:srgbClr val="CDF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AUTOMATED CALLS · 자동 통화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Voice Bot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Resolves billing, move-in/out &amp; scheduling without agents. 통화량 60–70% 감소.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148840"/>
            <a:ext cx="3474720" cy="0"/>
          </a:xfrm>
          <a:prstGeom prst="line">
            <a:avLst/>
          </a:prstGeom>
          <a:noFill/>
          <a:ln w="31750">
            <a:solidFill>
              <a:srgbClr val="CDF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BILLING · 스마트 청구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5196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Real-time + ERP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3200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 synced with ERP; anomaly detection stops leakage. 수익 누수 방지.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148840"/>
            <a:ext cx="3474720" cy="0"/>
          </a:xfrm>
          <a:prstGeom prst="line">
            <a:avLst/>
          </a:prstGeom>
          <a:noFill/>
          <a:ln w="31750">
            <a:solidFill>
              <a:srgbClr val="CDF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DISCOUNT ENGINE · 할인 엔진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Behavior-based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0" y="3200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Targeted offers boost loyalty and cut churn. 행동 기반 할인으로 이탈 방지.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A2410"/>
          </a:solidFill>
          <a:ln w="12700">
            <a:solidFill>
              <a:srgbClr val="9FC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Insider Advantage 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 by a former Seoul City Gas insider — GasApp is live, not a concept.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엔지니어링 + 유틸리티 도메인의 희귀한 조합.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91440" cy="91440"/>
          </a:xfrm>
          <a:prstGeom prst="ellipse">
            <a:avLst/>
          </a:prstGeom>
          <a:solidFill>
            <a:srgbClr val="CDFA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METHOD   |   AX 방법론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</a:t>
            </a:r>
            <a:pPr indent="0" marL="0">
              <a:buNone/>
            </a:pPr>
            <a:r>
              <a:rPr lang="en-US" sz="3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5원칙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0" y="914400"/>
            <a:ext cx="3776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직원이 같은 날 출발해 5주 만에 끝내는
</a:t>
            </a:r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 사내 AX 운영 원칙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Top-down AX
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톱다운 동시 착수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1에 모든 인터뷰 완료 후 과제 도출. 전 직원이 같은 출발선에서 동시 참여.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950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5-Week Sprint
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 내 완성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2935224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과제도출 · 2주 팀별 회의·프로토타입 · 3–4주 개발·현장적용 · 5주 인수인계·엔지니어 양성.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6732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376732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 / Low Cost
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 · 무비용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3813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소프트웨어·하드웨어 도입을 최대한 지양. 작은 회사엔 예산이 없다 — 방식으로 푼다.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45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508760" y="464515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Fool-proof Playbook
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풀프루프 플레이북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469087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양성 시 step-by-step 플레이북 제작. 기술 배경이 없어도 그대로 따라오게.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2297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508760" y="55229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FC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Central Follow-up
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중앙관제 추적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5568696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지속·신규 모델 도입·토큰 사용량 지표를 각 프로그램에 심어 지속 독려.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91440" cy="91440"/>
          </a:xfrm>
          <a:prstGeom prst="ellipse">
            <a:avLst/>
          </a:prstGeom>
          <a:solidFill>
            <a:srgbClr val="CDFA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&amp; BUSINESS CASE   |   로드맵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</a:t>
            </a:r>
            <a:pPr indent="0" marL="0">
              <a:buNone/>
            </a:pPr>
            <a:r>
              <a:rPr lang="en-US" sz="34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</a:t>
            </a:r>
            <a:pPr indent="0" marL="0">
              <a:buNone/>
            </a:pPr>
            <a:r>
              <a:rPr lang="en-US" sz="3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Implementation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0" y="914400"/>
            <a:ext cx="3776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도입으로 매 분기 측정 가능한 성과.
</a:t>
            </a:r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18개월 회수 · 2년차 ROI 3.7배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1–2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606040" cy="0"/>
          </a:xfrm>
          <a:prstGeom prst="line">
            <a:avLst/>
          </a:prstGeom>
          <a:noFill/>
          <a:ln w="25400">
            <a:solidFill>
              <a:srgbClr val="2A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</a:t>
            </a:r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 Wins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성과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Deploy GasApp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AI call bot live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Billing automation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3–5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606040" cy="0"/>
          </a:xfrm>
          <a:prstGeom prst="line">
            <a:avLst/>
          </a:prstGeom>
          <a:noFill/>
          <a:ln w="25400">
            <a:solidFill>
              <a:srgbClr val="2A3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</a:t>
            </a:r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Ops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2926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운영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329184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AI dispatch system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ERP integration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Field mobile 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6–9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468880"/>
            <a:ext cx="2606040" cy="0"/>
          </a:xfrm>
          <a:prstGeom prst="line">
            <a:avLst/>
          </a:prstGeom>
          <a:noFill/>
          <a:ln w="25400">
            <a:solidFill>
              <a:srgbClr val="2A3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</a:t>
            </a:r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29184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IoT leak detection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Predictive maint.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Analytics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1540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10–12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15400" y="2468880"/>
            <a:ext cx="2606040" cy="0"/>
          </a:xfrm>
          <a:prstGeom prst="line">
            <a:avLst/>
          </a:prstGeom>
          <a:noFill/>
          <a:ln w="25400">
            <a:solidFill>
              <a:srgbClr val="2A3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64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</a:t>
            </a:r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Optimize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15400" y="2926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최적화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15400" y="329184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Full automation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ROI reporting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Continuous training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mo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회수 기간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3.7×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337560" y="5943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2년차 ROI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at year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126480" y="5943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자동화율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 automation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15400" y="5212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915400" y="5943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운영비 절감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ops cost cut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12064"/>
            <a:ext cx="91440" cy="91440"/>
          </a:xfrm>
          <a:prstGeom prst="ellipse">
            <a:avLst/>
          </a:prstGeom>
          <a:solidFill>
            <a:srgbClr val="CDFA5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ENGAGEMENT   |   계약 모델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</a:t>
            </a:r>
            <a:pPr indent="0" marL="0">
              <a:buNone/>
            </a:pPr>
            <a:r>
              <a:rPr lang="en-US" sz="3400" dirty="0">
                <a:solidFill>
                  <a:srgbClr val="CDF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Together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0" y="914400"/>
            <a:ext cx="3776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규모에 맞춰 단계별 성과로 진행.
</a:t>
            </a:r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컨설팅 없이.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3474720" cy="2697480"/>
          </a:xfrm>
          <a:prstGeom prst="roundRect">
            <a:avLst>
              <a:gd name="adj" fmla="val 2712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Engineer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전문가 고용 · 컨설팅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Embedded in your team · 상주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Process audit &amp; redesign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AI integration w/ SAP·Oracle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Staff training &amp; handover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057400"/>
            <a:ext cx="3474720" cy="2697480"/>
          </a:xfrm>
          <a:prstGeom prst="roundRect">
            <a:avLst>
              <a:gd name="adj" fmla="val 2712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GasApp License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GasApp 라이선스 · 플랫폼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30632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SaaS subscription · 구독형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Automated call + billing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White-labeled · 자체 브랜드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Ongoing updates &amp;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057400"/>
            <a:ext cx="3474720" cy="2697480"/>
          </a:xfrm>
          <a:prstGeom prst="roundRect">
            <a:avLst>
              <a:gd name="adj" fmla="val 2712"/>
            </a:avLst>
          </a:prstGeom>
          <a:solidFill>
            <a:srgbClr val="151821"/>
          </a:solidFill>
          <a:ln w="12700">
            <a:solidFill>
              <a:srgbClr val="2A3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Package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838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패키지 · 권장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30632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Consulting + GasApp bundle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Best ROI, fastest delivery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Single accountability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Customized for your scale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2A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57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Transform Your Gas Operation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운영 현황 파악을 위한 30분 디스커버리 콜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12480" y="5257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DF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commitment required
</a:t>
            </a:r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DF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 assess your SAP / ERP setup
</a:t>
            </a:r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DF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AX opportunity audit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2026-06-19T11:30:01Z</dcterms:created>
  <dcterms:modified xsi:type="dcterms:W3CDTF">2026-06-19T11:30:01Z</dcterms:modified>
</cp:coreProperties>
</file>